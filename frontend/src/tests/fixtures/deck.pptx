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must not show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Coastal Survey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Boat on Monday</a:t>
            </a:r>
          </a:p>
          <a:p>
            <a:r>
              <a:t>Plates by Wednesday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Budget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36576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t>Boat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£1,200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Plates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£340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Backup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