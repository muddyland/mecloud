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must not show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Coastal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Boat on Monday</a:t>
            </a:r>
          </a:p>
          <a:p>
            <a:r>
              <a:t>Plates by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£1,200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£340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